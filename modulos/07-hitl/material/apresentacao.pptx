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Na aula passada, a fila humana só anotava. Hoje, o grafo para de verdade e espera uma pessoa. E discutimos o que pode ser 100%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aula. Escreva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0–4 min. Cada motivo com um exemplo do público. Pergunte: no seu trabalho, o que é irreversível?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4–7 min. Uma pessoa no circuito não é garantia. Se ela vê 100 itens por dia e a máquina quase sempre acerta, ela passa a aprovar sem olhar.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7–10 min. No curador: itens incertos e a edição = nível 4. No exercício, o nível muda por pedido (R$ 40 → 5; R$ 350 → 4; R$ 5.000 → escala).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10–14 min. Ligar com a Aula 6: sem checkpointer não existe pausa longa. A "tela" pode ser o terminal, uma página ou um bot: só muda quem chama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14–17 min. O exercício testa exatamente isso: editar com valor acima do pedido faz o grafo perguntar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17–22 min. Rodar demo:armadilha (instantânea). No curador, a redação (LLM) do item revisado fica DEPOIS do interrupt; se ficasse antes, cada resposta a uma pausa refaria as redações das outras.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22–25 min. Rodar demo:aprovacao e decidir ao vivo (edite para R$ 200, por exemplo). Mostre que o pagamento só acontece depois da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22–28 min. Rodar m07:edicao:solucao sem --nova. Mostrar o motivo de cada pausa: n40 tem link para endereço interno, n38 é a injeção da Aula 3, n13 a promessa sem detalhes da Aula 4, n17 confiança 0,65. Rejeitar os quatro (com motivo) e aprovar a edição. A retomada não chama o modelo para itens rejeitados: leva ~1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28–32 min. O ponto da métrica: os 4 itens pararam porque o guardrail desconfiou; o classificador queria publicar n40 com 0,98. Rejeitar = discordar do classificador, concordar com o guardrail. Uma métrica sem definição clara engana. E 87% passou direto sem ninguém olhar.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32–34 min. Volte à pergunta do relatório da M6: o que fica automático na versão agendada da Aula 8?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34–37 min. Os números do relatório da demo estão no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37–40 min. É o desafio do exercício. Ponte com a Aula 2: sem confiança calibrada, essa curva não vale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Respostas esperadas no guia do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07 — Human-in-the-loop e automação</dc:title>
  <dc:subject>PptxGenJS Presentation</dc:subject>
  <dc:creator>Created by Marp</dc:creator>
  <cp:lastModifiedBy>Created by Marp</cp:lastModifiedBy>
  <cp:revision>1</cp:revision>
  <dcterms:created xsi:type="dcterms:W3CDTF">2026-10-13T22:03:26Z</dcterms:created>
  <dcterms:modified xsi:type="dcterms:W3CDTF">2026-10-13T22:03:26Z</dcterms:modified>
</cp:coreProperties>
</file>