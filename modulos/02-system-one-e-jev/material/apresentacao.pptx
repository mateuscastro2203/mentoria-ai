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(30 s). Hoje a pergunta muda: em vez de "como o modelo gera texto", vamos perguntar "e quando a gente não quer texto?".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ler a lista. Frase de abertura: "na aula passada o modelo escrevia; hoje ele vai decidir".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0–5 min. Abrir o m01-temperaturas.md de alguém da turma (ou o seu). Deixar 1 ou 2 pessoas contarem o que aconteceu ao tentar interpretar. Ponto: o programa que usa a resposta precisa adivinhar o formato.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frase da aula. Escreva no chat. Tipo = o programa não adivinha o formato. Confiança = o programa sabe quando chamar um humano. Medida = o número precisa bater com a realidade.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5–7 min. Limite da analogia: no livro, o Sistema 1 é o que mais erra por vieses. A TypeSafe argumenta que, com o treino certo, um modelo rápido pode ser mais confiável. É uma afirmação deles, a ser testada.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7–10 min. Ligar com a Aula 1: lá, o LLM sorteava um token por vez. Aqui a promessa é outra classe de modelo. Deixar claro que tudo neste slide é o que o fornecedor afirma.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10–12 min. Não discutir os números ainda; só apresentar. Avisar: "guarde esses números, a gente volta neles com lupa".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12–13 min. A fórmula está no exercício: (n × p_max − 1) / (n − 1). Intuição: 40% numa escolha entre 10 opções é muito mais "decidido" do que 40% entre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13–15 min. Ligar com a Aula 1: distribuição → filtro → sorteio. Aqui o filtro é o schema. Consequência: o formato fica garantido, o conteúdo não.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15–20 min. Rodar a demo ao vivo. Explicar devagar: o primeiro token do valor é sorteado só entre tokens que começam alguma opção válida. "IA" não começa nenhuma; "re" começa "regulacao". Conserto: separar relevante (booleano) de categoria, e dar nomes que digam o que significam. Com o schema da M2 o problema some.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20–24 min. Rodar a demo. Pontos: o tipado é menor e mais rápido (menos tokens de saída, Aula 1), e o programa não precisa de parser. Mas os dois erraram igual: a saída estruturada não deixa o modelo mais esperto.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24–26 min. Contar a história honesta: na primeira versão do parser de texto livre, eu procurava a categoria no texto inteiro e a justificativa citava outras categorias. Ele dizia "100% interpretável" e errava calado. Esse é o risco real do texto livre: o erro silencioso.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26–30 min. Rodar a demo (precisa do m02:comparar:solucao antes). Pontos: (1) descalibrada: diz 97%, acerta 75%. (2) Mesmo assim ordena um pouco: só ≥ 0,99 acerta 92%. (3) Com 20 exemplos, tudo isso é instável: uma notícia muda 5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Ainda no bloco 26–30. Autoconsistência não pega erro de interpretação: se o modelo acha que "caso de empresa" é ferramentas, ele acha isso todas as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30–34 min. Elogie a transparência: é raro um fornecedor listar as próprias ressalvas. Mas são ressalvas importantes. Lembre também que é early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34–37 min. Checklist rápido: quem mediu? em que tarefa? com que comparação? os autores listam ressalvas? dá para reproduzir? O resultado se repete com os SEUS dados? Esta última é a única que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37–40 min. Pedir um exemplo de cada linha à turma, rapidamente. O framework completo (prompt, skill, agente, decisão) é o assunto da Aula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40–55 min. Se o tempo apertar: 2, 3 e 5. Respostas esperadas no guia do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55–60 min. Mostrar onde estão os enunciados. Lembrar das soluções em solucao/.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para a Aula 3. Os erros de hoje (mercado × ferramentas, anúncios sem conteúdo) e a instabilidade de medir com 20 exemplos são o ponto de 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02 — Além do chat: System One e Jev</dc:title>
  <dc:subject>PptxGenJS Presentation</dc:subject>
  <dc:creator>Created by Marp</dc:creator>
  <cp:lastModifiedBy>Created by Marp</cp:lastModifiedBy>
  <cp:revision>1</cp:revision>
  <dcterms:created xsi:type="dcterms:W3CDTF">2026-10-07T19:03:45Z</dcterms:created>
  <dcterms:modified xsi:type="dcterms:W3CDTF">2026-10-07T19:03:45Z</dcterms:modified>
</cp:coreProperties>
</file>