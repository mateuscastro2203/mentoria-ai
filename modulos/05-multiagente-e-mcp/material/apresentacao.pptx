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Na aula passada, um agente. Hoje: um time de agentes, e um protocolo padrão para eles acessarem o mundo.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0–8 min. Analogia da cozinha: linha de montagem (pipeline), chef (supervisor), chefs de praça (hierárquico), garçom passando o pedido para o confeiteiro (handoff), chef provando e devolvendo o prato (gerador + revisor).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8–12 min. Ligar com a Aula 4: só é agente onde há escolha de passos (o coletor). O resto são papéis com uma tarefa só, chamados pelo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12–17 min. Perguntas antes de dividir: as partes são independentes? cada papel precisa de contexto, ferramentas ou permissões diferentes? o ganho paga o custo? um pipeline em código não resolve?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17–21 min. Analogia: tomada. Quem faz o aparelho (servidor) não sabe em que casa (aplicação) ele vai ser ligado. O mesmo servidor de fontes serve o nosso time, um agente de código e o MCP Inspector.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21–24 min. A diferença tool × resource: a mesma informação pode estar nos dois; o que muda é QUEM decide buscar. Tool: o modelo decide no meio do raciocínio. Resource: o código da aplicação lê e põe no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24–28 min. Rodar a demo (offline, instantânea). Mostrar: erro de ferramenta é resposta, não exceção. Na segunda parte, por stdio em modo auto, não há initialize. Para tools/resources/prompts, as duas eras se comportam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28–30 min. O teste do projeto tenta exatamente esse ataque de caminho de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30–40 min. Mostrar a edição gravada (saidas/edicao.md). Três pontos: o custo estava no revisor (juiz verboso), o gerador + revisor funcionou (e o juiz pode ser rigoroso demais), e um viés editorial surgiu sem ninguém pedir. Feche com: precisava de um time? As etapas são sequenciais e dependentes; o ganho foi organização e permissões separadas, não paralelismo.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05 — Sistemas multiagênticos e MCP</dc:title>
  <dc:subject>PptxGenJS Presentation</dc:subject>
  <dc:creator>Created by Marp</dc:creator>
  <cp:lastModifiedBy>Created by Marp</cp:lastModifiedBy>
  <cp:revision>1</cp:revision>
  <dcterms:created xsi:type="dcterms:W3CDTF">2026-10-08T20:39:16Z</dcterms:created>
  <dcterms:modified xsi:type="dcterms:W3CDTF">2026-10-08T20:39:16Z</dcterms:modified>
</cp:coreProperties>
</file>