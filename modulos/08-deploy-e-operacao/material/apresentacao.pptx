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Até agora, o curador rodava no seu terminal, quando você mandava. Hoje ele roda sozinho na nuvem. As perguntas mudam: onde roda, como eu sei o que aconteceu, como eu desfaço.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da aula. Escreva no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0–4 min. Apps Script e Sites seguem úteis para outra coisa (uma página com a última edição). A regra: escolha pelo runtime e pelo estado de que você precisa.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4–8 min. O limite de 50 subrequests do plano gratuito decidiu o tamanho da edição. Dois ajustes que só apareceram rodando de verdade: o AsyncLocalStorage do LangGraph (sem ele, o interrupt quebra no Worker) e caminhos de arquivo calculados no carregamento do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8–11 min. Rastro = registro de uma execução, quebrado em partes. O padrão de mercado é OpenTelemetry (o AI SDK emite nesse formato); o nosso é caseiro para dar para ver as peças e testar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11–15 min. Custo se mede, não se estima. Sem o rastro, ninguém olharia para o revisor. Não investiguei a causa dos tokens a mais com schema: diga isso. Pergunte: o que vocês fariam com o revisor?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15–18 min. p95 = 95% das chamadas foram mais rápidas que isso. Com paralelismo, a fila do Ollama local infla o p95. Somar latências e chamar de duração é um erro comum.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18–21 min. O hash amarra a avaliação ao texto: não dá para avaliar um texto e promover outro. O portão relativo só existe no Worker porque só ele sabe qual versão está no 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21–24 min. Mostre m08:operar promover v2 devolvendo 422 com o motivo, e depois reverter. A v2 é realista: alguém quer mais itens por semana e afrouxa o critério.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24–26 min. Por isso a pausa da edição (Aula 7) continua importante: é o que segura o que não volta.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26–33 min. Mostrar os dois arquivos no GitHub e uma execução. Por que não rodar a eval com modelo em todo push: é lenta, custa, e um sinal lento e ruidoso vira um sinal que o time ignora.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33–40 min. O grafo é o mesmo da Aula 7; a "tela" virou HTTP. Rotas que mudam algo pedem token. Mostre a idempotência disparando o cron outra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sobrar tempo, rode demo:falhas:solucao (instantânea). O AI SDK já tenta 2 vezes sozinho; com o seu retry por cima, seriam até 9 chamadas. No exemplo do artigo, com cada camada tentando de novo por conta própria, a carga no banco cresce 243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40–55 min. Respostas esperadas no guia do mentor. Reserve pelo menos 5 minutos para a retrospectiva.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Agradeça. Lembre que todo o material fica no repositório, incluindo as soluções e as leituras extras.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08 — Deploy e operação</dc:title>
  <dc:subject>PptxGenJS Presentation</dc:subject>
  <dc:creator>Created by Marp</dc:creator>
  <cp:lastModifiedBy>Created by Marp</cp:lastModifiedBy>
  <cp:revision>1</cp:revision>
  <dcterms:created xsi:type="dcterms:W3CDTF">2026-10-15T15:24:11Z</dcterms:created>
  <dcterms:modified xsi:type="dcterms:W3CDTF">2026-10-15T15:24:11Z</dcterms:modified>
</cp:coreProperties>
</file>