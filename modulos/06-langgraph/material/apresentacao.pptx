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Na aula passada, o time era um pipeline em código. Hoje ele vira um grafo: dá para desenhar, escolher caminhos pelo estado e retomar se cair.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 A segunda linha importa tanto quanto a primeira: LangGraph é ferramenta para um problema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0–3 min. Retomar a Aula 5: o relatório mostrou 14 min de execução e um viés editorial. Cada linha desta tabela é uma coisa que vamos ver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3–8 min. Analogia: fluxograma de processo, só que executável. Caixas = nós, setas = arestas, losangos = arestas condicionais. A função da aresta condicional é pura: dá para testar sem montar o grafo (é o exercício).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8–12 min. Sem reducer, 32 classificações em paralelo: só a última sobreviveria. Analogia: várias pessoas preenchendo a mesma planilha; com reducer, cada uma acrescenta uma linha; sem, cada uma apaga a planilha e escreve a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12–15 min. As duas aconteceram na preparação deste módulo. A primeira é silenciosa (não dá erro, só duplica), por isso o teste conta quantas vezes "selecionar" aparece na trajetória.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15–20 min. Rodar demo:grafo (offline, instantâneo) para mostrar o desenho em mermaid e a triagem; depois mostrar saidas/m06-grafo.mmd do curador em mermaid.live. Ponto: o framework só LIGA as funções; os papéis continuam funções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20–25 min. Mostrar saidas/m06-relatorio.md e a edição. Ponto alto: a cota resolveu um viés (regulação), mas revelou outro — não é empate, é a confiança: o modelo é sistematicamente menos confiante em mercado, e ordenar por confiança pune sempre a mesma categoria. Pergunte: como garantir diversidade? (Alternar categorias; comparar a confiança dentro da categoria.) A fila humana pegou n38 (injeção), n40 (URL interna), n13 e n17: os mesmos casos difíceis das Aulas 3 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25–30 min. Rodar demo:checkpoint: o processo morre em "processar", o arquivo JSON fica, outro processo (outro pid) retoma só de "processar". Analogia do videogame: cada fase salva; caiu a energia, volta da última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25–30 min. Mesma thread (edicao-da-semana), outro processo. O checkpoint tinha next = publicar; invoke(null, config) rodou só esse nó. Sem checkpoint, seriam mais 11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30–32 min. É o desafio do exercício. Mostrar a parte 5 da demo:grafo.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32–38 min. Não é ranking. Critérios no próximo slide. Todos mudam rápido: confira a versão antes de adotar.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38–40 min. O critério 4 é o que fizemos: o grafo usa os papéis da Aula 5 sem mudança. Trocar de framework amanhã custaria só a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06 — Orquestração com LangGraph.js</dc:title>
  <dc:subject>PptxGenJS Presentation</dc:subject>
  <dc:creator>Created by Marp</dc:creator>
  <cp:lastModifiedBy>Created by Marp</cp:lastModifiedBy>
  <cp:revision>1</cp:revision>
  <dcterms:created xsi:type="dcterms:W3CDTF">2026-10-09T16:02:15Z</dcterms:created>
  <dcterms:modified xsi:type="dcterms:W3CDTF">2026-10-09T16:02:15Z</dcterms:modified>
</cp:coreProperties>
</file>