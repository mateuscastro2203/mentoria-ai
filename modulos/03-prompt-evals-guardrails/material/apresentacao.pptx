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(30 s). Na aula passada terminamos com: 20 notícias não bastam, e alguns erros podiam ser culpa do rótulo. Hoje: como mudar um sistema com IA com segurança.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ler a 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da aula. Escreva no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0–4 min. Mostrar o prompt da M2 (um parágrafo) e o v2 com as tags. Comando: pnpm -F @mentoria/ex03-evals demo:prompts n06 --mostrar-prompt
A parte que mais importa é critérios + definições: é onde mora a ambiguidade.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4–7 min. Vazamento é o erro mais comum de quem começa: copiar os casos difíceis da eval para os exemplos do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7–9 min. Rodar a demo. Ponto: a tentação é parar aqui e dizer "melhorou". Próximo bloco: como saber de verdade.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9–12 min. Cuidado com a armadilha oposta: mudar rótulo para bater com o modelo. A regra é: muda o critério (por um motivo que vale para todos os casos), depois aplica.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12–15 min. Leia a tabela: a precisão de "ferramentas" cai porque duas irrelevantes viraram ferramentas; o recall de "irrelevante" cai pelo mesmo motivo. A matriz mostra isso de cara.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15–17 min. Se o caso 1 for a injeção, a "mesma acurácia" esconde um desastre. No projeto, o portão reprova se o macro-F1 cair, se ficar abaixo de 0,8 ou se publicar algum caso proibido.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17–21 min. Abrir pnpm -F @mentoria/curador m03:ver (precisa ter rodado o m03:avaliar:solucao antes). Mostrar a tabela lado a lado e clicar num caso que falhou. Ponto: o provider roda o CURADOR, não o prompt solto. Avalie o sistema que vai para produção.
Ressalva: 40 casos; 1 notícia = 2,5 pontos.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21–23 min. O exercício implementa o kappa.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23–26 min. Rodar demo:juiz: três resumos (fiel, com número inventado, longo). Ver onde ele acerta e onde erra. A contagem de frases por código nunca erra.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26–29 min. O limiar de confiança vem da curva cobertura × acurácia da M2, não de chute.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29–34 min. Rodar a demo. Explicar "indireta": a instrução vem de um conteúdo que o sistema processa, não do usuário. Defesa em camadas: separar dado de instrução, detectar sinais, limitar o que a saída faz (tipada), humano no meio.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34–37 min. Pergunta para a turma (vai voltar na discussão): o que você mudaria para pegar a n13?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37–40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40–55 min. Respostas esperadas no guia do mentor.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55–60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 para a Aula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03 — Prompt, Evals e Guardrails</dc:title>
  <dc:subject>PptxGenJS Presentation</dc:subject>
  <dc:creator>Created by Marp</dc:creator>
  <cp:lastModifiedBy>Created by Marp</cp:lastModifiedBy>
  <cp:revision>1</cp:revision>
  <dcterms:created xsi:type="dcterms:W3CDTF">2026-10-08T13:56:48Z</dcterms:created>
  <dcterms:modified xsi:type="dcterms:W3CDTF">2026-10-08T13:56:48Z</dcterms:modified>
</cp:coreProperties>
</file>