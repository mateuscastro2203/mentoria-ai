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Até aqui o curador seguia um caminho fixo no código. Hoje: empacotar o conhecimento dele (skill) e dar autonomia a ele (agente). E decidir quando cada coisa vale a pena.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da aula. Escreva no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0–5 min. A pergunta que separa: quem decide os passos? Se é o código, é um workflow (mesmo que use ferramentas). Se é o modelo, é um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5–8 min. A citação é a recomendação central do texto: comece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8–14 min. Ressaltar a ordem: uma decisão que precisa investigar com ferramentas é agente (regra 1 vem antes).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14–20 min. Proteções: limite de passos, orçamento, detectar repetição, validar no código o que o agente entrega, registrar a trajetória, humano antes de ações irreversíveis.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20–23 min. Mostrar a pasta de verdade. A description é a parte mais importante: é o que o agente lê para decidir se ativa a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23–27 min. A n13 ("promete nunca errar") passou pelos guardrails na M3. A skill tem um exemplo de "promessa sem detalhes" e a regra de baixar a confiança na dúvida: agora ela vai para revisão. Mudança medida, não no olho.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27–30 min. Rodar a demo (~2 min) ou mostrar a trajetória: listar → ler 9 fontes → avaliar 31 ids de uma vez → entregar.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30–35 min. Conclusão honesta: aqui o agente não ganhou. Poucas fontes, baratas de ler, critério fixo: o framework diria pipeline + skill. O agente faria sentido com centenas de fontes caras, ou quando o próximo passo depende do que se descobre. O esquecimento de itens em lista longa é parente do "perdido no meio" da Aula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35–40 min. Ler os casos. Não revelar. A votação acontece na discussão.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40–47 min. Revelar depois da votação. Se alguém discordar, ótimo: peça o argumento. O framework é heurística.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47–55 min. Respostas esperadas no guia do mentor.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para a Aula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04 — Skills vs. Agentes</dc:title>
  <dc:subject>PptxGenJS Presentation</dc:subject>
  <dc:creator>Created by Marp</dc:creator>
  <cp:lastModifiedBy>Created by Marp</cp:lastModifiedBy>
  <cp:revision>1</cp:revision>
  <dcterms:created xsi:type="dcterms:W3CDTF">2026-10-08T15:05:58Z</dcterms:created>
  <dcterms:modified xsi:type="dcterms:W3CDTF">2026-10-08T15:05:58Z</dcterms:modified>
</cp:coreProperties>
</file>